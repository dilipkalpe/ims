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IMS — Inventory Management System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 (One Page)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[Company Logo]</a:t>
            </a:r>
            <a:br/>
            <a:r>
              <a:rPr b="1"/>
              <a:t>Prepared for:</a:t>
            </a:r>
            <a:r>
              <a:rPr/>
              <a:t> </a:t>
            </a:r>
            <a:r>
              <a:rPr>
                <a:latin typeface="Courier"/>
              </a:rPr>
              <a:t>[Client Name]</a:t>
            </a:r>
            <a:br/>
            <a:r>
              <a:rPr b="1"/>
              <a:t>Date:</a:t>
            </a:r>
            <a:r>
              <a:rPr/>
              <a:t> </a:t>
            </a:r>
            <a:r>
              <a:rPr>
                <a:latin typeface="Courier"/>
              </a:rPr>
              <a:t>[Date]</a:t>
            </a:r>
            <a:br/>
            <a:r>
              <a:rPr b="1"/>
              <a:t>Contact:</a:t>
            </a:r>
            <a:r>
              <a:rPr/>
              <a:t> </a:t>
            </a:r>
            <a:r>
              <a:rPr>
                <a:latin typeface="Courier"/>
              </a:rPr>
              <a:t>[Your Name]</a:t>
            </a:r>
            <a:r>
              <a:rPr/>
              <a:t> · </a:t>
            </a:r>
            <a:r>
              <a:rPr>
                <a:latin typeface="Courier"/>
              </a:rPr>
              <a:t>[Phone]</a:t>
            </a:r>
            <a:r>
              <a:rPr/>
              <a:t> · </a:t>
            </a:r>
            <a:r>
              <a:rPr>
                <a:latin typeface="Courier"/>
              </a:rPr>
              <a:t>[Email]</a:t>
            </a:r>
            <a:r>
              <a:rPr/>
              <a:t> · </a:t>
            </a:r>
            <a:r>
              <a:rPr>
                <a:latin typeface="Courier"/>
              </a:rPr>
              <a:t>[Website]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challenge</a:t>
            </a:r>
          </a:p>
          <a:p>
            <a:pPr lvl="0" indent="0" marL="0">
              <a:buNone/>
            </a:pPr>
            <a:r>
              <a:rPr/>
              <a:t>Growing trading and manufacturing businesses often run </a:t>
            </a:r>
            <a:r>
              <a:rPr b="1"/>
              <a:t>sales, purchases, stock, and accounts on separate tools</a:t>
            </a:r>
            <a:r>
              <a:rPr/>
              <a:t>—spreadsheets, legacy software, and manual registers. That leads to stock mismatches, delayed billing, weak collection follow-up, and slow month-end reporting.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The solution</a:t>
            </a:r>
          </a:p>
          <a:p>
            <a:pPr lvl="0" indent="0" marL="0">
              <a:buNone/>
            </a:pPr>
            <a:r>
              <a:rPr b="1"/>
              <a:t>IMS</a:t>
            </a:r>
            <a:r>
              <a:rPr/>
              <a:t> is an integrated desktop application that connects </a:t>
            </a:r>
            <a:r>
              <a:rPr b="1"/>
              <a:t>sales, purchase, inventory, production, and finance</a:t>
            </a:r>
            <a:r>
              <a:rPr/>
              <a:t> in one system—with a live </a:t>
            </a:r>
            <a:r>
              <a:rPr b="1"/>
              <a:t>dashboard</a:t>
            </a:r>
            <a:r>
              <a:rPr/>
              <a:t>, document workflows your team already understands (Order → Challan → Invoice; PO → GRN → Purchase Invoice), and reports for management and accounts.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Who it’s for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600"/>
                <a:gridCol w="1828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Distributors &amp; traders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Orders, dispatch, tax invoices, multi-godown stock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Manufacturers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Raw / WIP / finished goods, work orders, procurement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SMEs upgrading from Excel or legacy software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Fast learning curve, Excel import for go-live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you get (high level)</a:t>
            </a:r>
          </a:p>
          <a:p>
            <a:pPr lvl="0"/>
            <a:r>
              <a:rPr b="1"/>
              <a:t>Operate:</a:t>
            </a:r>
            <a:r>
              <a:rPr/>
              <a:t> Sales &amp; purchase documents with status tracking and print-ready invoices</a:t>
            </a:r>
            <a:br/>
          </a:p>
          <a:p>
            <a:pPr lvl="0"/>
            <a:r>
              <a:rPr b="1"/>
              <a:t>Control:</a:t>
            </a:r>
            <a:r>
              <a:rPr/>
              <a:t> Stock transfers, opening/closing stock, low-stock visibility on dashboard</a:t>
            </a:r>
            <a:br/>
          </a:p>
          <a:p>
            <a:pPr lvl="0"/>
            <a:r>
              <a:rPr b="1"/>
              <a:t>Collect:</a:t>
            </a:r>
            <a:r>
              <a:rPr/>
              <a:t> Outstanding and due aging reports</a:t>
            </a:r>
            <a:br/>
          </a:p>
          <a:p>
            <a:pPr lvl="0"/>
            <a:r>
              <a:rPr b="1"/>
              <a:t>Decide:</a:t>
            </a:r>
            <a:r>
              <a:rPr/>
              <a:t> Dashboard KPIs (today’s sales, inventory value, income vs expenses) and MIS / financial reports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Why IMS (top 5 points)</a:t>
            </a:r>
          </a:p>
          <a:p>
            <a:pPr lvl="0" indent="-342900" marL="342900">
              <a:buAutoNum type="arabicPeriod"/>
            </a:pPr>
            <a:r>
              <a:rPr b="1"/>
              <a:t>All-in-one</a:t>
            </a:r>
            <a:r>
              <a:rPr/>
              <a:t> — Not five disconnected tools</a:t>
            </a:r>
            <a:br/>
          </a:p>
          <a:p>
            <a:pPr lvl="0" indent="-342900" marL="342900">
              <a:buAutoNum type="arabicPeriod"/>
            </a:pPr>
            <a:r>
              <a:rPr b="1"/>
              <a:t>Indian business flow</a:t>
            </a:r>
            <a:r>
              <a:rPr/>
              <a:t> — SO, DC, Invoice; PO, GRN, PI built in</a:t>
            </a:r>
            <a:br/>
          </a:p>
          <a:p>
            <a:pPr lvl="0" indent="-342900" marL="342900">
              <a:buAutoNum type="arabicPeriod"/>
            </a:pPr>
            <a:r>
              <a:rPr b="1"/>
              <a:t>Built for volume</a:t>
            </a:r>
            <a:r>
              <a:rPr/>
              <a:t> — Large lists with fast pagination</a:t>
            </a:r>
            <a:br/>
          </a:p>
          <a:p>
            <a:pPr lvl="0" indent="-342900" marL="342900">
              <a:buAutoNum type="arabicPeriod"/>
            </a:pPr>
            <a:r>
              <a:rPr b="1"/>
              <a:t>Excel import</a:t>
            </a:r>
            <a:r>
              <a:rPr/>
              <a:t> — Products, accounts, invoices for quick migration</a:t>
            </a:r>
            <a:br/>
          </a:p>
          <a:p>
            <a:pPr lvl="0" indent="-342900" marL="342900">
              <a:buAutoNum type="arabicPeriod"/>
            </a:pPr>
            <a:r>
              <a:rPr b="1"/>
              <a:t>Desktop speed</a:t>
            </a:r>
            <a:r>
              <a:rPr/>
              <a:t> — Reliable daily use on Windows PCs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Typical results (positioning—customize per client)</a:t>
            </a:r>
          </a:p>
          <a:p>
            <a:pPr lvl="0"/>
            <a:r>
              <a:rPr/>
              <a:t>Less time reconciling stock vs billing</a:t>
            </a:r>
            <a:br/>
          </a:p>
          <a:p>
            <a:pPr lvl="0"/>
            <a:r>
              <a:rPr/>
              <a:t>Faster invoice and dispatch processing</a:t>
            </a:r>
            <a:br/>
          </a:p>
          <a:p>
            <a:pPr lvl="0"/>
            <a:r>
              <a:rPr/>
              <a:t>Clear view of </a:t>
            </a:r>
            <a:r>
              <a:rPr b="1"/>
              <a:t>who owes you</a:t>
            </a:r>
            <a:r>
              <a:rPr/>
              <a:t> and </a:t>
            </a:r>
            <a:r>
              <a:rPr b="1"/>
              <a:t>whom you owe</a:t>
            </a:r>
            <a:br/>
          </a:p>
          <a:p>
            <a:pPr lvl="0"/>
            <a:r>
              <a:rPr/>
              <a:t>Shorter implementation vs heavy ERP (often </a:t>
            </a:r>
            <a:r>
              <a:rPr b="1"/>
              <a:t>2–6 weeks</a:t>
            </a:r>
            <a:r>
              <a:rPr/>
              <a:t> with phased rollout)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Investment (placeholder)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Indicative scope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Professional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Core modules + implementation + training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AMC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Annual support &amp; updates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Detailed pricing on request.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Recommended next step</a:t>
            </a:r>
          </a:p>
          <a:p>
            <a:pPr lvl="0" indent="0" marL="0">
              <a:buNone/>
            </a:pPr>
            <a:r>
              <a:rPr b="1"/>
              <a:t>30-minute live demo</a:t>
            </a:r>
            <a:r>
              <a:rPr/>
              <a:t> on your industry scenario (sales + stock + outstanding), followed by a written proposal and phased go-live plan.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[Company Name]</a:t>
            </a:r>
            <a:r>
              <a:rPr/>
              <a:t> · Confidential — for discussion purposes only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2026-05-29T10:47:48Z</dcterms:created>
  <dcterms:modified xsi:type="dcterms:W3CDTF">2026-05-29T10:47:48Z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