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5" Type="http://schemas.openxmlformats.org/officeDocument/2006/relationships/viewProps" Target="viewProps.xml" /><Relationship Id="rId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pandoc.org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Sales documentation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9300"/>
                <a:gridCol w="4940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Purpose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IMS_Sales_Team_Document.md</a:t>
                      </a:r>
                      <a:r>
                        <a:rPr/>
                        <a:t> / </a:t>
                      </a:r>
                      <a:r>
                        <a:rPr>
                          <a:latin typeface="Courier"/>
                        </a:rPr>
                        <a:t>.docx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Full client-ready sales guide (non-technical)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IMS_Executive_Summary_One_Pager.md</a:t>
                      </a:r>
                      <a:r>
                        <a:rPr/>
                        <a:t> / </a:t>
                      </a:r>
                      <a:r>
                        <a:rPr>
                          <a:latin typeface="Courier"/>
                        </a:rPr>
                        <a:t>.docx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One-page executive summary for proposals &amp; email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IMS_Sales_Presentation_10_Slides.md</a:t>
                      </a:r>
                      <a:r>
                        <a:rPr/>
                        <a:t> / </a:t>
                      </a:r>
                      <a:r>
                        <a:rPr>
                          <a:latin typeface="Courier"/>
                        </a:rPr>
                        <a:t>.docx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10-slide deck outline with speaker notes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>
                          <a:latin typeface="Courier"/>
                        </a:rPr>
                        <a:t>README.md</a:t>
                      </a:r>
                      <a:r>
                        <a:rPr/>
                        <a:t> / </a:t>
                      </a:r>
                      <a:r>
                        <a:rPr>
                          <a:latin typeface="Courier"/>
                        </a:rPr>
                        <a:t>README.docx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Export tips and file index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Before client meetings</a:t>
            </a:r>
          </a:p>
          <a:p>
            <a:pPr lvl="0" indent="-342900" marL="342900">
              <a:buAutoNum type="arabicPeriod"/>
            </a:pPr>
            <a:r>
              <a:rPr/>
              <a:t>Open </a:t>
            </a:r>
            <a:r>
              <a:rPr>
                <a:latin typeface="Courier"/>
              </a:rPr>
              <a:t>IMS_Sales_Team_Document.md</a:t>
            </a:r>
            <a:r>
              <a:rPr/>
              <a:t> in VS Code, Word (via import), or Pandoc.</a:t>
            </a:r>
          </a:p>
          <a:p>
            <a:pPr lvl="0" indent="-342900" marL="342900">
              <a:buAutoNum type="arabicPeriod"/>
            </a:pPr>
            <a:r>
              <a:rPr/>
              <a:t>Replace all </a:t>
            </a:r>
            <a:r>
              <a:rPr>
                <a:latin typeface="Courier"/>
              </a:rPr>
              <a:t>[Insert screenshot: …]</a:t>
            </a:r>
            <a:r>
              <a:rPr/>
              <a:t> placeholders with branded images.</a:t>
            </a:r>
          </a:p>
          <a:p>
            <a:pPr lvl="0" indent="-342900" marL="342900">
              <a:buAutoNum type="arabicPeriod"/>
            </a:pPr>
            <a:r>
              <a:rPr/>
              <a:t>Fill </a:t>
            </a:r>
            <a:r>
              <a:rPr b="1"/>
              <a:t>Pricing</a:t>
            </a:r>
            <a:r>
              <a:rPr/>
              <a:t>, </a:t>
            </a:r>
            <a:r>
              <a:rPr b="1"/>
              <a:t>Contact</a:t>
            </a:r>
            <a:r>
              <a:rPr/>
              <a:t>, and </a:t>
            </a:r>
            <a:r>
              <a:rPr b="1"/>
              <a:t>Support/Training</a:t>
            </a:r>
            <a:r>
              <a:rPr/>
              <a:t> bracketed fields.</a:t>
            </a:r>
          </a:p>
          <a:p>
            <a:pPr lvl="0" indent="-342900" marL="342900">
              <a:buAutoNum type="arabicPeriod"/>
            </a:pPr>
            <a:r>
              <a:rPr/>
              <a:t>Add your company logo on the cover when exporting.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Export options</a:t>
            </a:r>
          </a:p>
          <a:p>
            <a:pPr lvl="0" indent="0" marL="0">
              <a:buNone/>
            </a:pPr>
            <a:r>
              <a:rPr b="1"/>
              <a:t>Microsoft Word</a:t>
            </a:r>
            <a:br/>
            <a:r>
              <a:rPr/>
              <a:t>- Open the </a:t>
            </a:r>
            <a:r>
              <a:rPr>
                <a:latin typeface="Courier"/>
              </a:rPr>
              <a:t>.md</a:t>
            </a:r>
            <a:r>
              <a:rPr/>
              <a:t> file in Word (File → Open), or use </a:t>
            </a:r>
            <a:r>
              <a:rPr>
                <a:hlinkClick r:id="rId2"/>
              </a:rPr>
              <a:t>Pandoc</a:t>
            </a:r>
            <a:r>
              <a:rPr/>
              <a:t>:</a:t>
            </a:r>
            <a:br/>
            <a:r>
              <a:rPr>
                <a:latin typeface="Courier"/>
              </a:rPr>
              <a:t>pandoc IMS_Sales_Team_Document.md -o IMS_Sales_Team_Document.docx</a:t>
            </a:r>
          </a:p>
          <a:p>
            <a:pPr lvl="0" indent="0" marL="0">
              <a:buNone/>
            </a:pPr>
            <a:r>
              <a:rPr b="1"/>
              <a:t>PDF</a:t>
            </a:r>
            <a:br/>
            <a:r>
              <a:rPr/>
              <a:t>- From Word: Save As → PDF</a:t>
            </a:r>
            <a:br/>
            <a:r>
              <a:rPr/>
              <a:t>- Or Pandoc:</a:t>
            </a:r>
            <a:br/>
            <a:r>
              <a:rPr>
                <a:latin typeface="Courier"/>
              </a:rPr>
              <a:t>pandoc IMS_Sales_Team_Document.md -o IMS_Sales_Team_Document.pdf</a:t>
            </a:r>
          </a:p>
          <a:p>
            <a:pPr lvl="0" indent="0" marL="0">
              <a:buNone/>
            </a:pPr>
            <a:r>
              <a:rPr b="1"/>
              <a:t>PowerPoint</a:t>
            </a:r>
            <a:br/>
            <a:r>
              <a:rPr/>
              <a:t>- Import sections into slides (one section per slide), or use Word export then copy into PPT.</a:t>
            </a:r>
            <a:br/>
            <a:r>
              <a:rPr/>
              <a:t>- Use Section 5 screenshots as full-slide visuals.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2026-05-29T10:47:52Z</dcterms:created>
  <dcterms:modified xsi:type="dcterms:W3CDTF">2026-05-29T10:47:52Z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